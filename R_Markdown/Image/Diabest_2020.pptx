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17.6-->
<p:presentation xmlns:r="http://schemas.openxmlformats.org/officeDocument/2006/relationships" xmlns:a="http://schemas.openxmlformats.org/drawingml/2006/main" xmlns:p="http://schemas.openxmlformats.org/presentationml/2006/main" embedTrueTypeFonts="1">
  <p:sldMasterIdLst>
    <p:sldMasterId id="2147483808" r:id="rId2"/>
  </p:sldMasterIdLst>
  <p:notesMasterIdLst>
    <p:notesMasterId r:id="rId3"/>
  </p:notesMasterIdLst>
  <p:handoutMasterIdLst>
    <p:handoutMasterId r:id="rId4"/>
  </p:handoutMasterIdLst>
  <p:sldIdLst>
    <p:sldId id="334" r:id="rId5"/>
  </p:sldIdLst>
  <p:sldSz cx="9144000" cy="5143500" type="screen16x9"/>
  <p:notesSz cx="7315200" cy="9601200"/>
  <p:embeddedFontLst>
    <p:embeddedFont>
      <p:font typeface="Myriad Web Pro" panose="020B0604020202020204" charset="0"/>
      <p:regular r:id="rId7"/>
      <p:bold r:id="rId8"/>
      <p:italic r:id="rId9"/>
      <p:boldItalic r:id="rId10"/>
    </p:embeddedFont>
  </p:embeddedFontLst>
  <p:custDataLst>
    <p:tags r:id="rId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yriad Web Pro" panose="020b0503030403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6B962A-ACDA-C25D-2DFA-B6F1CD0CC231}" name="Wyton, Pamela D. (Pam) (ATSDR/OCOM) (CTR)" initials="WPD(((" userId="S::pdw3@cdc.gov::585746ef-ed6a-43e3-99e9-95aa7bb69c77" providerId="AD"/>
  <p188:author id="{D111E07B-D8D5-68FA-9179-692563AC33EE}" name="Clark, James A. (CDC/IOD/OC)" initials="C(" userId="S::zgr4@cdc.gov::aa5c3569-44d0-4d4e-8140-557ba66b5459" providerId="AD"/>
  <p188:author id="{A7513199-E10F-CA38-D397-F2FACFF0C97B}" name="Rivera, Cesar (CDC/IOD/OC)" initials="R(" userId="S::qnb6@cdc.gov::0ec61c90-e03c-43ad-878c-e8cd835116fa" providerId="AD"/>
  <p188:author id="{E97215BE-457A-B0F7-EAC3-3A8AEDA643C2}" name="Lowery, Debra (CDC/IOD/OC)" initials="L(" userId="S::wzi7@cdc.gov::dcb381a2-fed9-4f25-97a8-dd5a0cc7b66f" providerId="AD"/>
  <p188:author id="{5D2969EB-8883-3F2C-1E91-1519AEFBCB17}" name="Folkman, Kimberley L. (CDC/IOD/OC)" initials="F(" userId="S::ycy7@cdc.gov::b42431f4-0dbb-4c7e-8925-0c5b63fb3e7b" providerId="AD"/>
  <p188:author id="{F0E48DF2-A77F-BB80-6131-EFA0539BC713}" name="Barringer, Mindy C. (CDC/IOD/OC)" initials="BMC(" userId="S::mrc4@cdc.gov::5eb8144d-eab9-4ca1-aa77-e3bbcbe07fe8" providerId="AD"/>
</p188:authorLst>
</file>

<file path=ppt/commentAuthors.xml><?xml version="1.0" encoding="utf-8"?>
<p:cmAuthorLst xmlns:p="http://schemas.openxmlformats.org/presentationml/2006/main">
  <p:cmAuthor id="1" name="Lockwood, Amy E. (CDC/DDID/NCEZID/DVBD)" initials="LAE(" lastIdx="0" clrIdx="0">
    <p:extLst>
      <p:ext uri="{19B8F6BF-5375-455C-9EA6-DF929625EA0E}">
        <p15:presenceInfo xmlns:p15="http://schemas.microsoft.com/office/powerpoint/2012/main" userId="S::yuu3@cdc.gov::8e666b0e-253c-4f5d-8b99-99381d0be78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380"/>
    <a:srgbClr val="0057B7"/>
    <a:srgbClr val="000000"/>
    <a:srgbClr val="1C56A4"/>
    <a:srgbClr val="1E5DB2"/>
    <a:srgbClr val="194D93"/>
    <a:srgbClr val="FFFFFF"/>
    <a:srgbClr val="1A4F96"/>
    <a:srgbClr val="1E5AAA"/>
    <a:srgbClr val="7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10ED5-F0B0-4AA0-A8BC-A886912F19BF}" v="11" dt="2024-04-11T18:00:12.145"/>
  </p1510:revLst>
</p1510:revInfo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202" d="100"/>
          <a:sy n="202" d="100"/>
        </p:scale>
        <p:origin x="548" y="116"/>
      </p:cViewPr>
      <p:guideLst>
        <p:guide orient="horz" pos="5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microsoft.com/office/2015/10/relationships/revisionInfo" Target="revisionInfo.xml" /><Relationship Id="rId15" Type="http://schemas.microsoft.com/office/2018/10/relationships/authors" Target="authors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1.xml" /><Relationship Id="rId3" Type="http://schemas.openxmlformats.org/officeDocument/2006/relationships/notesMaster" Target="notesMasters/notesMaster1.xml" /><Relationship Id="rId4" Type="http://schemas.openxmlformats.org/officeDocument/2006/relationships/handoutMaster" Target="handoutMasters/handoutMaster1.xml" /><Relationship Id="rId5" Type="http://schemas.openxmlformats.org/officeDocument/2006/relationships/slide" Target="slides/slide1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9D4F3-1CB6-4E57-BC6A-8FDD6DF1AC39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2C7E1-5E17-4B76-93F9-C135FF019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5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ct val="0"/>
              </a:spcBef>
              <a:spcAft>
                <a:spcPct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ct val="0"/>
              </a:spcBef>
              <a:spcAft>
                <a:spcPct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3C03299-4BB1-4AD2-828F-715F084383AD}" type="datetimeFigureOut">
              <a:rPr lang="en-US"/>
              <a:pPr>
                <a:defRPr/>
              </a:pPr>
              <a:t>7/25/2024</a:t>
            </a:fld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ct val="0"/>
              </a:spcBef>
              <a:spcAft>
                <a:spcPct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ct val="0"/>
              </a:spcBef>
              <a:spcAft>
                <a:spcPct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B38CAEC-4554-485B-9189-C45C7447A404}" type="slidenum">
              <a:rPr lang="en-US"/>
              <a:pPr>
                <a:defRPr/>
              </a:p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5035838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8CAEC-4554-485B-9189-C45C7447A40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5520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preserve="1" userDrawn="1">
  <p:cSld name="CLOSING CDC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A17BC3-1F5B-28A0-7789-0DA0C7A50D7D}"/>
              </a:ext>
            </a:extLst>
          </p:cNvPr>
          <p:cNvGrpSpPr/>
          <p:nvPr userDrawn="1"/>
        </p:nvGrpSpPr>
        <p:grpSpPr>
          <a:xfrm>
            <a:off x="0" y="4734127"/>
            <a:ext cx="9144000" cy="409371"/>
            <a:chOff x="0" y="4274354"/>
            <a:chExt cx="9144000" cy="8691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31CF5A-461C-2AF2-2E63-53A651F732BA}"/>
                </a:ext>
              </a:extLst>
            </p:cNvPr>
            <p:cNvSpPr/>
            <p:nvPr userDrawn="1"/>
          </p:nvSpPr>
          <p:spPr>
            <a:xfrm>
              <a:off x="0" y="4274354"/>
              <a:ext cx="9144000" cy="869146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2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8A96CBD-9BC4-3F48-F0A5-DB94DE1071B8}"/>
                </a:ext>
              </a:extLst>
            </p:cNvPr>
            <p:cNvGrpSpPr/>
            <p:nvPr userDrawn="1"/>
          </p:nvGrpSpPr>
          <p:grpSpPr>
            <a:xfrm>
              <a:off x="553" y="4274861"/>
              <a:ext cx="5172541" cy="868639"/>
              <a:chOff x="1771" y="389"/>
              <a:chExt cx="14161532" cy="664930"/>
            </a:xfrm>
          </p:grpSpPr>
          <p:sp>
            <p:nvSpPr>
              <p:cNvPr id="18" name="Parallelogram 9">
                <a:extLst>
                  <a:ext uri="{FF2B5EF4-FFF2-40B4-BE49-F238E27FC236}">
                    <a16:creationId xmlns:a16="http://schemas.microsoft.com/office/drawing/2014/main" id="{1DF45998-B7ED-3B13-D19D-C839BC93162C}"/>
                  </a:ext>
                </a:extLst>
              </p:cNvPr>
              <p:cNvSpPr/>
              <p:nvPr userDrawn="1"/>
            </p:nvSpPr>
            <p:spPr>
              <a:xfrm>
                <a:off x="1771" y="389"/>
                <a:ext cx="2010344" cy="664930"/>
              </a:xfrm>
              <a:custGeom>
                <a:gdLst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12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C94CA9D-1D40-AB06-E28C-01B79FC23B99}"/>
                  </a:ext>
                </a:extLst>
              </p:cNvPr>
              <p:cNvSpPr/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12"/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E700AAC-8ED5-0BD9-0D59-78D98E213E6D}"/>
                  </a:ext>
                </a:extLst>
              </p:cNvPr>
              <p:cNvSpPr/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12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524E04CF-F3D6-66B2-FB7C-10C171C17462}"/>
                  </a:ext>
                </a:extLst>
              </p:cNvPr>
              <p:cNvSpPr/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12"/>
              </a:p>
            </p:txBody>
          </p:sp>
        </p:grp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D1AA84B-8C3A-1268-123B-0BD4559B2F05}"/>
              </a:ext>
            </a:extLst>
          </p:cNvPr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6" t="47892" r="12803" b="15738"/>
          <a:stretch>
            <a:fillRect/>
          </a:stretch>
        </p:blipFill>
        <p:spPr>
          <a:xfrm>
            <a:off x="8625190" y="4786502"/>
            <a:ext cx="458353" cy="29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14602"/>
      </p:ext>
    </p:extLst>
  </p:cSld>
  <p:clrMapOvr>
    <a:masterClrMapping/>
  </p:clrMapOvr>
  <p:transition>
    <p:fade/>
  </p:transition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96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</p:sldLayoutIdLst>
  <p:transition>
    <p:fade/>
  </p:transition>
  <p:timing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•"/>
        <a:defRPr sz="32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–"/>
        <a:defRPr sz="28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2.png" /><Relationship Id="rId4" Type="http://schemas.openxmlformats.org/officeDocument/2006/relationships/hyperlink" Target="https://gis.cdc.gov/grasp/diabetes/diabetesatlas.html" TargetMode="External" /><Relationship Id="rId5" Type="http://schemas.openxmlformats.org/officeDocument/2006/relationships/image" Target="../media/image3.png" /><Relationship Id="rId6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1" descr="Map Image" title="Map Image">
            <a:extLst>
              <a:ext uri="{FF2B5EF4-FFF2-40B4-BE49-F238E27FC236}">
                <a16:creationId xmlns:a16="http://schemas.microsoft.com/office/drawing/2014/main" id="{7AD0342B-48E4-D506-3EB5-45C19DA8D6CA}"/>
              </a:ext>
            </a:extLst>
          </p:cNvPr>
          <p:cNvSpPr/>
          <p:nvPr/>
        </p:nvSpPr>
        <p:spPr>
          <a:xfrm>
            <a:off x="2640411" y="647946"/>
            <a:ext cx="5541264" cy="362985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3" descr="Title" title="Title">
            <a:extLst>
              <a:ext uri="{FF2B5EF4-FFF2-40B4-BE49-F238E27FC236}">
                <a16:creationId xmlns:a16="http://schemas.microsoft.com/office/drawing/2014/main" id="{999BA420-D172-E339-FCF2-5A3D3CEA1810}"/>
              </a:ext>
            </a:extLst>
          </p:cNvPr>
          <p:cNvSpPr txBox="1"/>
          <p:nvPr/>
        </p:nvSpPr>
        <p:spPr>
          <a:xfrm>
            <a:off x="164122" y="132864"/>
            <a:ext cx="8979877" cy="470901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yriad Web Pro" panose="020b0503030403020204" pitchFamily="34" charset="0"/>
              </a:defRPr>
            </a:lvl9pPr>
          </a:lstStyle>
          <a:p>
            <a:r>
              <a:rPr lang="en-US" sz="1200">
                <a:latin typeface="Calibri" panose="020f0502020204030204" pitchFamily="34" charset="0"/>
              </a:rPr>
              <a:t>Diagnosed Diabetes, Total, Adults Aged 20+ Years, Age-Adjusted Percentage, U.S. Counties, 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71F5EF-80BC-FD63-43FD-DA2248686AD2}"/>
              </a:ext>
            </a:extLst>
          </p:cNvPr>
          <p:cNvSpPr/>
          <p:nvPr/>
        </p:nvSpPr>
        <p:spPr>
          <a:xfrm>
            <a:off x="258643" y="4908676"/>
            <a:ext cx="84582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Disclaimer: 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This is a user-generated report. The findings and conclusions are those of the user and do not necessarily represent the views of the CDC.</a:t>
            </a:r>
          </a:p>
        </p:txBody>
      </p:sp>
      <p:sp>
        <p:nvSpPr>
          <p:cNvPr id="5" name="Text Placeholder 8">
            <a:hlinkClick r:id="rId4"/>
            <a:extLst>
              <a:ext uri="{FF2B5EF4-FFF2-40B4-BE49-F238E27FC236}">
                <a16:creationId xmlns:a16="http://schemas.microsoft.com/office/drawing/2014/main" id="{49CDD480-AC38-EE96-E145-44740D7227B2}"/>
              </a:ext>
            </a:extLst>
          </p:cNvPr>
          <p:cNvSpPr txBox="1"/>
          <p:nvPr/>
        </p:nvSpPr>
        <p:spPr bwMode="auto">
          <a:xfrm>
            <a:off x="605637" y="4639380"/>
            <a:ext cx="582220" cy="29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00"/>
              </a:lnSpc>
              <a:spcBef>
                <a:spcPct val="20000"/>
              </a:spcBef>
              <a:buFont typeface="Arial"/>
              <a:buNone/>
            </a:pPr>
            <a:r>
              <a:rPr lang="en-US" sz="800" u="sng" kern="0">
                <a:solidFill>
                  <a:schemeClr val="bg1"/>
                </a:solidFill>
                <a:latin typeface="+mn-lt"/>
              </a:rPr>
              <a:t>USDSS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560AB-6DD4-3B42-FAE0-186F024F8862}"/>
              </a:ext>
            </a:extLst>
          </p:cNvPr>
          <p:cNvSpPr/>
          <p:nvPr/>
        </p:nvSpPr>
        <p:spPr>
          <a:xfrm>
            <a:off x="258643" y="4734630"/>
            <a:ext cx="5822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800" b="1" kern="0">
                <a:solidFill>
                  <a:schemeClr val="bg1"/>
                </a:solidFill>
              </a:rPr>
              <a:t>Source: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7" name="TextBox 6" descr="LegendTitle" title="LegendTitle">
            <a:extLst>
              <a:ext uri="{FF2B5EF4-FFF2-40B4-BE49-F238E27FC236}">
                <a16:creationId xmlns:a16="http://schemas.microsoft.com/office/drawing/2014/main" id="{2414DA27-FFCF-2CDB-38EA-62005130423D}"/>
              </a:ext>
            </a:extLst>
          </p:cNvPr>
          <p:cNvSpPr txBox="1"/>
          <p:nvPr/>
        </p:nvSpPr>
        <p:spPr>
          <a:xfrm>
            <a:off x="164122" y="2922710"/>
            <a:ext cx="2839159" cy="25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solidFill>
                  <a:schemeClr val="accent6">
                    <a:lumMod val="10000"/>
                  </a:schemeClr>
                </a:solidFill>
                <a:latin typeface="Calibri" panose="020f0502020204030204" pitchFamily="34" charset="0"/>
              </a:rPr>
              <a:t>Percentage ( Natural Breaks ) </a:t>
            </a:r>
          </a:p>
        </p:txBody>
      </p:sp>
      <p:sp>
        <p:nvSpPr>
          <p:cNvPr id="8" name="Rectangle 7" descr="Footer2">
            <a:extLst>
              <a:ext uri="{FF2B5EF4-FFF2-40B4-BE49-F238E27FC236}">
                <a16:creationId xmlns:a16="http://schemas.microsoft.com/office/drawing/2014/main" id="{596939E7-FE91-FAC8-D523-63D6BB84D4F7}"/>
              </a:ext>
            </a:extLst>
          </p:cNvPr>
          <p:cNvSpPr/>
          <p:nvPr/>
        </p:nvSpPr>
        <p:spPr>
          <a:xfrm>
            <a:off x="1121883" y="4734741"/>
            <a:ext cx="283632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9" name="Rectangle 8" descr="Footer1">
            <a:extLst>
              <a:ext uri="{FF2B5EF4-FFF2-40B4-BE49-F238E27FC236}">
                <a16:creationId xmlns:a16="http://schemas.microsoft.com/office/drawing/2014/main" id="{642A825B-57B5-3ACC-9180-A0C47CDDAED0}"/>
              </a:ext>
            </a:extLst>
          </p:cNvPr>
          <p:cNvSpPr/>
          <p:nvPr/>
        </p:nvSpPr>
        <p:spPr>
          <a:xfrm>
            <a:off x="4516336" y="4734741"/>
            <a:ext cx="2368419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0" name="New shape"/>
          <p:cNvSpPr/>
          <p:nvPr/>
        </p:nvSpPr>
        <p:spPr>
          <a:xfrm>
            <a:off x="291122" y="3240210"/>
            <a:ext cx="317500" cy="127000"/>
          </a:xfrm>
          <a:prstGeom prst="rect">
            <a:avLst/>
          </a:prstGeom>
          <a:solidFill>
            <a:srgbClr val="B6F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ew shape"/>
          <p:cNvSpPr/>
          <p:nvPr/>
        </p:nvSpPr>
        <p:spPr>
          <a:xfrm>
            <a:off x="672122" y="32402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3.3 - 6.5</a:t>
            </a:r>
          </a:p>
        </p:txBody>
      </p:sp>
      <p:sp>
        <p:nvSpPr>
          <p:cNvPr id="12" name="New shape"/>
          <p:cNvSpPr/>
          <p:nvPr/>
        </p:nvSpPr>
        <p:spPr>
          <a:xfrm>
            <a:off x="291122" y="3430710"/>
            <a:ext cx="317500" cy="127000"/>
          </a:xfrm>
          <a:prstGeom prst="rect">
            <a:avLst/>
          </a:prstGeom>
          <a:solidFill>
            <a:srgbClr val="56E4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ew shape"/>
          <p:cNvSpPr/>
          <p:nvPr/>
        </p:nvSpPr>
        <p:spPr>
          <a:xfrm>
            <a:off x="672122" y="34307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6.6 - 7.4</a:t>
            </a:r>
          </a:p>
        </p:txBody>
      </p:sp>
      <p:sp>
        <p:nvSpPr>
          <p:cNvPr id="14" name="New shape"/>
          <p:cNvSpPr/>
          <p:nvPr/>
        </p:nvSpPr>
        <p:spPr>
          <a:xfrm>
            <a:off x="291122" y="3621210"/>
            <a:ext cx="317500" cy="127000"/>
          </a:xfrm>
          <a:prstGeom prst="rect">
            <a:avLst/>
          </a:prstGeom>
          <a:solidFill>
            <a:srgbClr val="1DB3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ew shape"/>
          <p:cNvSpPr/>
          <p:nvPr/>
        </p:nvSpPr>
        <p:spPr>
          <a:xfrm>
            <a:off x="672122" y="36212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7.5 - 8.5</a:t>
            </a:r>
          </a:p>
        </p:txBody>
      </p:sp>
      <p:sp>
        <p:nvSpPr>
          <p:cNvPr id="16" name="New shape"/>
          <p:cNvSpPr/>
          <p:nvPr/>
        </p:nvSpPr>
        <p:spPr>
          <a:xfrm>
            <a:off x="291122" y="3811710"/>
            <a:ext cx="317500" cy="127000"/>
          </a:xfrm>
          <a:prstGeom prst="rect">
            <a:avLst/>
          </a:prstGeom>
          <a:solidFill>
            <a:srgbClr val="0069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ew shape"/>
          <p:cNvSpPr/>
          <p:nvPr/>
        </p:nvSpPr>
        <p:spPr>
          <a:xfrm>
            <a:off x="672122" y="38117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8.6 - 10.1</a:t>
            </a:r>
          </a:p>
        </p:txBody>
      </p:sp>
      <p:sp>
        <p:nvSpPr>
          <p:cNvPr id="18" name="New shape"/>
          <p:cNvSpPr/>
          <p:nvPr/>
        </p:nvSpPr>
        <p:spPr>
          <a:xfrm>
            <a:off x="291122" y="4002210"/>
            <a:ext cx="317500" cy="127000"/>
          </a:xfrm>
          <a:prstGeom prst="rect">
            <a:avLst/>
          </a:prstGeom>
          <a:solidFill>
            <a:srgbClr val="0039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ew shape"/>
          <p:cNvSpPr/>
          <p:nvPr/>
        </p:nvSpPr>
        <p:spPr>
          <a:xfrm>
            <a:off x="672122" y="40022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10.2 - 19.5</a:t>
            </a:r>
          </a:p>
        </p:txBody>
      </p:sp>
      <p:sp>
        <p:nvSpPr>
          <p:cNvPr id="20" name="New shape"/>
          <p:cNvSpPr/>
          <p:nvPr/>
        </p:nvSpPr>
        <p:spPr>
          <a:xfrm>
            <a:off x="291122" y="4192710"/>
            <a:ext cx="317500" cy="127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rgbClr val="D3D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ew shape"/>
          <p:cNvSpPr/>
          <p:nvPr/>
        </p:nvSpPr>
        <p:spPr>
          <a:xfrm>
            <a:off x="672122" y="41927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No Data</a:t>
            </a:r>
          </a:p>
        </p:txBody>
      </p:sp>
      <p:sp>
        <p:nvSpPr>
          <p:cNvPr id="22" name="New shape"/>
          <p:cNvSpPr/>
          <p:nvPr/>
        </p:nvSpPr>
        <p:spPr>
          <a:xfrm>
            <a:off x="291122" y="4383210"/>
            <a:ext cx="317500" cy="1270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rgbClr val="D3D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ew shape"/>
          <p:cNvSpPr/>
          <p:nvPr/>
        </p:nvSpPr>
        <p:spPr>
          <a:xfrm>
            <a:off x="672122" y="4383210"/>
            <a:ext cx="1270000" cy="12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900" b="0">
                <a:solidFill>
                  <a:srgbClr val="000000"/>
                </a:solidFill>
              </a:rPr>
              <a:t>Suppressed</a:t>
            </a:r>
          </a:p>
        </p:txBody>
      </p:sp>
    </p:spTree>
    <p:extLst>
      <p:ext uri="{BB962C8B-B14F-4D97-AF65-F5344CB8AC3E}">
        <p14:creationId xmlns:p14="http://schemas.microsoft.com/office/powerpoint/2010/main" val="1087865023"/>
      </p:ext>
    </p:extLst>
  </p:cSld>
  <p:clrMapOvr>
    <a:masterClrMapping/>
  </p:clrMapOvr>
  <p:transition>
    <p:fade/>
  </p:transition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20348.0"/>
  <p:tag name="AS_RELEASE_DATE" val="2017.06.14"/>
  <p:tag name="AS_TITLE" val="Aspose.Slides for .NET 4.0"/>
  <p:tag name="AS_VERSION" val="17.6"/>
</p:tagLst>
</file>

<file path=ppt/theme/theme1.xml><?xml version="1.0" encoding="utf-8"?>
<a:theme xmlns:r="http://schemas.openxmlformats.org/officeDocument/2006/relationships" xmlns:a="http://schemas.openxmlformats.org/drawingml/2006/main" name="NCEH_ATSDR_combined">
  <a:themeElements>
    <a:clrScheme name="Custom 1">
      <a:dk1>
        <a:srgbClr val="0F56DC"/>
      </a:dk1>
      <a:lt1>
        <a:srgbClr val="FFFFFF"/>
      </a:lt1>
      <a:dk2>
        <a:srgbClr val="0B7D58"/>
      </a:dk2>
      <a:lt2>
        <a:srgbClr val="FFFFFF"/>
      </a:lt2>
      <a:accent1>
        <a:srgbClr val="7F8080"/>
      </a:accent1>
      <a:accent2>
        <a:srgbClr val="546DB4"/>
      </a:accent2>
      <a:accent3>
        <a:srgbClr val="9A3B25"/>
      </a:accent3>
      <a:accent4>
        <a:srgbClr val="7F7F7F"/>
      </a:accent4>
      <a:accent5>
        <a:srgbClr val="0033A1"/>
      </a:accent5>
      <a:accent6>
        <a:srgbClr val="002060"/>
      </a:accent6>
      <a:hlink>
        <a:srgbClr val="0F56DC"/>
      </a:hlink>
      <a:folHlink>
        <a:srgbClr val="3077FF"/>
      </a:folHlink>
    </a:clrScheme>
    <a:fontScheme name="CDC Myriad Web Pro">
      <a:majorFont>
        <a:latin typeface="Myriad Web Pro"/>
        <a:ea typeface="Arial"/>
        <a:cs typeface="Arial"/>
      </a:majorFont>
      <a:minorFont>
        <a:latin typeface="Myriad Web Pro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CDC</Company>
  <PresentationFormat>On-screen Show (16:9)</PresentationFormat>
  <Paragraphs>12</Paragraphs>
  <Slides>1</Slides>
  <Notes>1</Notes>
  <TotalTime>7241</TotalTime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2">
      <vt:lpstr>NCEH_ATSDR_combined</vt:lpstr>
      <vt:lpstr>Slide 1</vt:lpstr>
    </vt:vector>
  </TitlesOfParts>
  <LinksUpToDate>0</LinksUpToDate>
  <SharedDoc>0</SharedDoc>
  <HyperlinksChanged>0</HyperlinksChanged>
  <Application>Aspose.Slides for .NET</Application>
  <AppVersion>17.0600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CDC Presentation</dc:title>
  <dc:creator>Centers for Disease Control and Prevention</dc:creator>
  <cp:lastModifiedBy>Batchu, Kirankumar (Kiran) (CDC/NCCDPHP/DDT) (CTR)</cp:lastModifiedBy>
  <cp:revision>27</cp:revision>
  <dcterms:created xsi:type="dcterms:W3CDTF">2011-03-17T17:43:16Z</dcterms:created>
  <dcterms:modified xsi:type="dcterms:W3CDTF">2024-09-30T16:27:11Z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Language">
    <vt:lpwstr>English</vt:lpwstr>
  </property>
  <property fmtid="{D5CDD505-2E9C-101B-9397-08002B2CF9AE}" pid="3" name="MSIP_Label_7b94a7b8-f06c-4dfe-bdcc-9b548fd58c31_ActionId">
    <vt:lpwstr>fda2833a-aa66-4d42-977b-271eaf5b3a27</vt:lpwstr>
  </property>
  <property fmtid="{D5CDD505-2E9C-101B-9397-08002B2CF9AE}" pid="4" name="MSIP_Label_7b94a7b8-f06c-4dfe-bdcc-9b548fd58c31_ContentBits">
    <vt:lpwstr>0</vt:lpwstr>
  </property>
  <property fmtid="{D5CDD505-2E9C-101B-9397-08002B2CF9AE}" pid="5" name="MSIP_Label_7b94a7b8-f06c-4dfe-bdcc-9b548fd58c31_Enabled">
    <vt:lpwstr>true</vt:lpwstr>
  </property>
  <property fmtid="{D5CDD505-2E9C-101B-9397-08002B2CF9AE}" pid="6" name="MSIP_Label_7b94a7b8-f06c-4dfe-bdcc-9b548fd58c31_Method">
    <vt:lpwstr>Privileged</vt:lpwstr>
  </property>
  <property fmtid="{D5CDD505-2E9C-101B-9397-08002B2CF9AE}" pid="7" name="MSIP_Label_7b94a7b8-f06c-4dfe-bdcc-9b548fd58c31_Name">
    <vt:lpwstr>7b94a7b8-f06c-4dfe-bdcc-9b548fd58c31</vt:lpwstr>
  </property>
  <property fmtid="{D5CDD505-2E9C-101B-9397-08002B2CF9AE}" pid="8" name="MSIP_Label_7b94a7b8-f06c-4dfe-bdcc-9b548fd58c31_SetDate">
    <vt:lpwstr>2023-02-25T12:46:49Z</vt:lpwstr>
  </property>
  <property fmtid="{D5CDD505-2E9C-101B-9397-08002B2CF9AE}" pid="9" name="MSIP_Label_7b94a7b8-f06c-4dfe-bdcc-9b548fd58c31_SiteId">
    <vt:lpwstr>9ce70869-60db-44fd-abe8-d2767077fc8f</vt:lpwstr>
  </property>
</Properties>
</file>